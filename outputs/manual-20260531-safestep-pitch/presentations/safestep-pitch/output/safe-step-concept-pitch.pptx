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3cd88e50144cd0" /><Relationship Type="http://schemas.openxmlformats.org/officeDocument/2006/relationships/extended-properties" Target="/docProps/app.xml" Id="R422307b1799c4c84" /><Relationship Type="http://schemas.openxmlformats.org/officeDocument/2006/relationships/officeDocument" Target="/ppt/presentation.xml" Id="R46a2e515b13c47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7be1ea822b4b90"/>
  </p:sldMasterIdLst>
  <p:notesMasterIdLst>
    <p:notesMasterId xmlns:r="http://schemas.openxmlformats.org/officeDocument/2006/relationships" r:id="R85cc00796e8147ea"/>
  </p:notesMasterIdLst>
  <p:sldIdLst>
    <p:sldId xmlns:r="http://schemas.openxmlformats.org/officeDocument/2006/relationships" id="256" r:id="R562163a463734138"/>
    <p:sldId xmlns:r="http://schemas.openxmlformats.org/officeDocument/2006/relationships" id="257" r:id="Rb1734a462129408b"/>
    <p:sldId xmlns:r="http://schemas.openxmlformats.org/officeDocument/2006/relationships" id="258" r:id="Rc5c087c4bece43e0"/>
    <p:sldId xmlns:r="http://schemas.openxmlformats.org/officeDocument/2006/relationships" id="259" r:id="Rd9cff2c445ef4243"/>
    <p:sldId xmlns:r="http://schemas.openxmlformats.org/officeDocument/2006/relationships" id="260" r:id="R0186020f40894029"/>
    <p:sldId xmlns:r="http://schemas.openxmlformats.org/officeDocument/2006/relationships" id="261" r:id="R7f9b1c6a87b74feb"/>
    <p:sldId xmlns:r="http://schemas.openxmlformats.org/officeDocument/2006/relationships" id="262" r:id="R3bb4a67f7ab74bcc"/>
    <p:sldId xmlns:r="http://schemas.openxmlformats.org/officeDocument/2006/relationships" id="263" r:id="R9bac52d7f6734b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7be1ea822b4b90" /><Relationship Type="http://schemas.openxmlformats.org/officeDocument/2006/relationships/theme" Target="/ppt/theme/theme1.xml" Id="R86d85254bbdc48e4" /><Relationship Type="http://schemas.openxmlformats.org/officeDocument/2006/relationships/notesMaster" Target="/ppt/notesMasters/notesMaster1.xml" Id="R85cc00796e8147ea" /><Relationship Type="http://schemas.openxmlformats.org/officeDocument/2006/relationships/presProps" Target="/ppt/presProps.xml" Id="R33fedaa988bb469c" /><Relationship Type="http://schemas.openxmlformats.org/officeDocument/2006/relationships/viewProps" Target="/ppt/viewProps.xml" Id="R736459d3629f4fc6" /><Relationship Type="http://schemas.openxmlformats.org/officeDocument/2006/relationships/tableStyles" Target="/ppt/tableStyles.xml" Id="R0f61d30d31c747a0" /><Relationship Type="http://schemas.openxmlformats.org/officeDocument/2006/relationships/slide" Target="/ppt/slides/slide1.xml" Id="R562163a463734138" /><Relationship Type="http://schemas.openxmlformats.org/officeDocument/2006/relationships/slide" Target="/ppt/slides/slide2.xml" Id="Rb1734a462129408b" /><Relationship Type="http://schemas.openxmlformats.org/officeDocument/2006/relationships/slide" Target="/ppt/slides/slide3.xml" Id="Rc5c087c4bece43e0" /><Relationship Type="http://schemas.openxmlformats.org/officeDocument/2006/relationships/slide" Target="/ppt/slides/slide4.xml" Id="Rd9cff2c445ef4243" /><Relationship Type="http://schemas.openxmlformats.org/officeDocument/2006/relationships/slide" Target="/ppt/slides/slide5.xml" Id="R0186020f40894029" /><Relationship Type="http://schemas.openxmlformats.org/officeDocument/2006/relationships/slide" Target="/ppt/slides/slide6.xml" Id="R7f9b1c6a87b74feb" /><Relationship Type="http://schemas.openxmlformats.org/officeDocument/2006/relationships/slide" Target="/ppt/slides/slide7.xml" Id="R3bb4a67f7ab74bcc" /><Relationship Type="http://schemas.openxmlformats.org/officeDocument/2006/relationships/slide" Target="/ppt/slides/slide8.xml" Id="R9bac52d7f6734b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3ef68cb47e347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481ae3125848f0" /><Relationship Type="http://schemas.openxmlformats.org/officeDocument/2006/relationships/notesMaster" Target="/ppt/notesMasters/notesMaster1.xml" Id="Rfceee194009c49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d629055ee548a9" /><Relationship Type="http://schemas.openxmlformats.org/officeDocument/2006/relationships/notesMaster" Target="/ppt/notesMasters/notesMaster1.xml" Id="Rff4418ac08404f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051b68af554a35" /><Relationship Type="http://schemas.openxmlformats.org/officeDocument/2006/relationships/notesMaster" Target="/ppt/notesMasters/notesMaster1.xml" Id="Rf22ca708b16348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e46ed4d7404001" /><Relationship Type="http://schemas.openxmlformats.org/officeDocument/2006/relationships/notesMaster" Target="/ppt/notesMasters/notesMaster1.xml" Id="R8c251c51153842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60bc16c1624eca" /><Relationship Type="http://schemas.openxmlformats.org/officeDocument/2006/relationships/notesMaster" Target="/ppt/notesMasters/notesMaster1.xml" Id="R8881ed96e71e4e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630927f0524701" /><Relationship Type="http://schemas.openxmlformats.org/officeDocument/2006/relationships/notesMaster" Target="/ppt/notesMasters/notesMaster1.xml" Id="R1444fdcd4f3346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d947a7c38c42f5" /><Relationship Type="http://schemas.openxmlformats.org/officeDocument/2006/relationships/notesMaster" Target="/ppt/notesMasters/notesMaster1.xml" Id="R31ce0da7f01b40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03ce22cb5d47b2" /><Relationship Type="http://schemas.openxmlformats.org/officeDocument/2006/relationships/notesMaster" Target="/ppt/notesMasters/notesMaster1.xml" Id="R00450ebd082843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c47dd9b6c49b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cc7de589e494fa7" /><Relationship Type="http://schemas.openxmlformats.org/officeDocument/2006/relationships/slideLayout" Target="/ppt/slideLayouts/slideLayout2.xml" Id="R0ea0a1bb8a2547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a0a1bb8a2547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19aaa84a3b434f" /><Relationship Type="http://schemas.openxmlformats.org/officeDocument/2006/relationships/image" Target="/ppt/media/image.png" Id="R66240c5ddefd4597" /><Relationship Type="http://schemas.openxmlformats.org/officeDocument/2006/relationships/notesSlide" Target="/ppt/notesSlides/notesSlide1.xml" Id="Rf4724317e51b44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595db505fa4e55" /><Relationship Type="http://schemas.openxmlformats.org/officeDocument/2006/relationships/notesSlide" Target="/ppt/notesSlides/notesSlide2.xml" Id="Rbdca1578b3a846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a9764e19284680" /><Relationship Type="http://schemas.openxmlformats.org/officeDocument/2006/relationships/notesSlide" Target="/ppt/notesSlides/notesSlide3.xml" Id="R6bd47ccd91024f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4390d71f5543b3" /><Relationship Type="http://schemas.openxmlformats.org/officeDocument/2006/relationships/image" Target="/ppt/media/image2.png" Id="R75c0fcb12f214b0e" /><Relationship Type="http://schemas.openxmlformats.org/officeDocument/2006/relationships/image" Target="/ppt/media/image3.png" Id="R9039e97269d2453a" /><Relationship Type="http://schemas.openxmlformats.org/officeDocument/2006/relationships/image" Target="/ppt/media/image4.png" Id="R8e143e0f10414d41" /><Relationship Type="http://schemas.openxmlformats.org/officeDocument/2006/relationships/image" Target="/ppt/media/image5.png" Id="R20b66092c0004f8a" /><Relationship Type="http://schemas.openxmlformats.org/officeDocument/2006/relationships/notesSlide" Target="/ppt/notesSlides/notesSlide4.xml" Id="R4c300964a16949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b2563a34db4cb3" /><Relationship Type="http://schemas.openxmlformats.org/officeDocument/2006/relationships/notesSlide" Target="/ppt/notesSlides/notesSlide5.xml" Id="R117bd10bccfa4e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0fd54db3a94fbb" /><Relationship Type="http://schemas.openxmlformats.org/officeDocument/2006/relationships/notesSlide" Target="/ppt/notesSlides/notesSlide6.xml" Id="R718a1c646fef4f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b11aad1f9847d7" /><Relationship Type="http://schemas.openxmlformats.org/officeDocument/2006/relationships/notesSlide" Target="/ppt/notesSlides/notesSlide7.xml" Id="R27daf3d52e7443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95187b1a6e49db" /><Relationship Type="http://schemas.openxmlformats.org/officeDocument/2006/relationships/notesSlide" Target="/ppt/notesSlides/notesSlide8.xml" Id="Rf4726eec57f1450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8B446D-E70E-4C93-A8C2-1F7DFBFE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327B037-9185-4440-9CF8-0705CA94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3FE8FF2-672F-475A-9605-3FD83E04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C55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2C55E"/>
                </a:solidFill>
                <a:latin typeface="Aptos Mono"/>
                <a:ea typeface="Aptos Mono"/>
                <a:cs typeface="Aptos Mono"/>
              </a:rPr>
              <a:t>CONCEPT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92F42-411B-4CD5-9262-0A66F1AE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572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Safe Step makes obstacle awareness immediate and multimodal.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EF0D4-722B-4FC6-B76C-B05E0C59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BE4E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BE4EF"/>
                </a:solidFill>
                <a:latin typeface="Aptos"/>
                <a:ea typeface="Aptos"/>
                <a:cs typeface="Aptos"/>
              </a:rPr>
              <a:t>A low-fidelity haptic navigation assistant that turns simulated proximity sensing into vibration, voice, and visual guidance.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D846B-E39D-4870-B9CD-85A0929B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66BD1-94B8-4EFA-9578-016ECA65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053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feedback channels: haptic, voice, visual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70077-CFFC-4C88-AFCB-C05882EF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100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ACC1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ACC15"/>
                </a:solidFill>
                <a:latin typeface="Aptos Display"/>
                <a:ea typeface="Aptos Display"/>
                <a:cs typeface="Aptos Display"/>
              </a:rPr>
              <a:t>5s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25F4C-1529-4E65-8D71-43AAE587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053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watchdog timeout for lost band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F7EE7-E336-4FC0-97BE-82C3E1D6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570A2-E3FD-4986-949D-2DCC39D6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053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dependency vulnerabilities in npm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1274F-29E3-4BBD-B10D-818AA452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04850"/>
            <a:ext cx="37719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54C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40c5ddefd4597"/>
          <a:stretch xmlns:a="http://schemas.openxmlformats.org/drawingml/2006/main"/>
        </p:blipFill>
        <p:spPr>
          <a:xfrm xmlns:a="http://schemas.openxmlformats.org/drawingml/2006/main">
            <a:off x="8029684" y="990600"/>
            <a:ext cx="2190532" cy="47625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2796D-D67A-450A-BBD3-E30AD30B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01    Safe Step prototype | local code and design assets</a:t>
            </a:r>
          </a:p>
        </p:txBody>
      </p:sp>
    </p:spTree>
    <p:extLst>
      <p:ext uri="{BB962C8B-B14F-4D97-AF65-F5344CB8AC3E}">
        <p14:creationId xmlns:p14="http://schemas.microsoft.com/office/powerpoint/2010/main" val="1141066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B62309-E43E-4638-A4FD-3C0E0234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4D311F2-1C2C-4CE9-9884-E2614A59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1008BE7-354D-4AFD-868E-3846DBE3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444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F4444"/>
                </a:solidFill>
                <a:latin typeface="Aptos Mono"/>
                <a:ea typeface="Aptos Mono"/>
                <a:cs typeface="Aptos Mono"/>
              </a:rPr>
              <a:t>USER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8665F-0440-4C46-A174-DBB503A5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19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Navigation anxiety is a feedback timing problem.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8555D-683B-4299-9F32-76CB15A1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When a person is moving, a warning that arrives late or through the wrong channel is not just inconvenient. It can break confidence.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6A7E9-32E4-4EF2-8080-296E7515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1195A-9126-464D-913D-7B119C5F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4444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EF4444"/>
                </a:solidFill>
                <a:latin typeface="Aptos Mono"/>
                <a:ea typeface="Aptos Mono"/>
                <a:cs typeface="Aptos Mono"/>
              </a:rPr>
              <a:t>Delay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88AD7-A71F-4500-AFEB-4A13F9A1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338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Obstacle is detected but not felt quickly enough.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6E3CD-A30C-4EF6-8918-A63C5F2D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Immediate vibration pattern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E013D-13F3-4842-99D9-0C211245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75814-6CE4-4A99-938E-C5BFD8AB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4444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EF4444"/>
                </a:solidFill>
                <a:latin typeface="Aptos Mono"/>
                <a:ea typeface="Aptos Mono"/>
                <a:cs typeface="Aptos Mono"/>
              </a:rPr>
              <a:t>Overload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81C44-75CE-4E2A-92D9-F1B87295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76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Screen-only feedback competes with the environment.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4BC9C-5147-415C-A482-DE696DA9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Eyes-busy voice and haptic cues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A3F5F-9B4D-4B1D-803F-468221A4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41C62-8F3A-4E16-AF44-6624B368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4444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EF4444"/>
                </a:solidFill>
                <a:latin typeface="Aptos Mono"/>
                <a:ea typeface="Aptos Mono"/>
                <a:cs typeface="Aptos Mono"/>
              </a:rPr>
              <a:t>Ambiguity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475D1A-6D53-466F-B66E-29324E84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19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user knows something is wrong, not where it 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A26B8-18CE-4A02-A78D-BEF6B8ED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97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Directional left, right, center patterns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9FCC4-8D77-48AA-94C2-F2A80CD1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56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Design principle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70181-3230-40F9-98A2-8946AB8B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    Concept rationale derived from prototype behavior</a:t>
            </a:r>
          </a:p>
        </p:txBody>
      </p:sp>
    </p:spTree>
    <p:extLst>
      <p:ext uri="{BB962C8B-B14F-4D97-AF65-F5344CB8AC3E}">
        <p14:creationId xmlns:p14="http://schemas.microsoft.com/office/powerpoint/2010/main" val="2145486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26F408-16FE-4B6A-B660-1AE9072D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E00CB01-D737-4844-B792-48EC1E10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D9CE5F3-46A2-43AF-BB30-ED074327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ACC15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ACC15"/>
                </a:solidFill>
                <a:latin typeface="Aptos Mono"/>
                <a:ea typeface="Aptos Mono"/>
                <a:cs typeface="Aptos Mono"/>
              </a:rPr>
              <a:t>INTERACTION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1E218-0A05-48E9-AFC9-05335F1F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81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The prototype closes the loop from sensor reading to body feedback.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38FA6-3194-4553-AF9D-91348098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7335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03DF1-D877-4C7A-9DE1-EFC3A7E8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Sensor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CE6C3-9591-4B67-B3A7-1EAEE51F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Distance, direction, object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DAB39-49E4-47FC-BD42-8438447C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8137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8AB50-38C1-4626-9F91-B7F438ED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3337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53A80-433B-4AB2-9FDA-0B3E29E4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05100"/>
            <a:ext cx="17335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BA659-ED49-4FEB-A113-E826FE63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527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Navigation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F5879-204A-4977-AAA4-D72AA64C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718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Danger and warning-zone decisions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974C1-E9BF-4373-AB16-399C1084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8137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209FA-FFC6-4C22-9480-F45CA9EB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3337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1B2F9-42C1-4B65-AEE7-A104F220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05100"/>
            <a:ext cx="17335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27F8C-ED91-47A4-A3F5-EEBDB7C2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527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rPr>
              <a:t>Haptic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C2A11-1AB4-4627-BF75-C99C6AD9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718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Pattern fired through vibration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EB2F7-192F-42BF-8146-6F2315C5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8137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C6CF8-DE85-4BC6-B9A9-15439311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3337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FD7DD3-8DA5-4081-BE39-AD72C678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05100"/>
            <a:ext cx="17335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44341F-E191-44EB-84C8-AFBA564E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527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User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DF6FC6-5156-45C4-BE1B-6AFBE6E1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718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Move, stop, or adjust mode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6643F-1ECE-4F40-9B71-1BC4E802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B3B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CB998E-46F4-4AE2-9EC0-04910D8B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387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BE4E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BE4EF"/>
                </a:solidFill>
                <a:latin typeface="Aptos"/>
                <a:ea typeface="Aptos"/>
                <a:cs typeface="Aptos"/>
              </a:rPr>
              <a:t>The same callback updates both the navigation engine and the screen, keeping the demo explainable: one reading becomes one decision and one user-facing cue.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8A019B-3C74-4997-B3EA-4D5E505F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    Source: backend Sensor, Navigation, Haptic modules and SafeStep.connect callback</a:t>
            </a:r>
          </a:p>
        </p:txBody>
      </p:sp>
    </p:spTree>
    <p:extLst>
      <p:ext uri="{BB962C8B-B14F-4D97-AF65-F5344CB8AC3E}">
        <p14:creationId xmlns:p14="http://schemas.microsoft.com/office/powerpoint/2010/main" val="11297276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6D1649-375E-4C43-AC00-A9C41E76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D570A67-511D-4E68-9F81-4B783953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EB12C18-E308-4A46-BC9C-59F5F355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C55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2C55E"/>
                </a:solidFill>
                <a:latin typeface="Aptos Mono"/>
                <a:ea typeface="Aptos Mono"/>
                <a:cs typeface="Aptos Mono"/>
              </a:rPr>
              <a:t>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36712-59D2-4D7A-8443-DA3C007F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524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The UI supports the journey without becoming the journey.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EEE6C-BADA-42E1-9C22-A119AD2C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3812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0ED05-A3E1-48F0-8F49-D65F72A1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Default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64778-E899-4E88-9684-8CE6751E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Ready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B89BE-CE60-44F5-A3DE-4C1380C4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0250"/>
            <a:ext cx="23812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9D186-9284-465E-A7E0-854DBF2D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196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Searching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F3C9E-A0C5-4945-B362-EF32A087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67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Connection feedback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7AA28-1498-419A-95AD-4E4CED3C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23812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D1B02-B487-4415-9FCE-094A6816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196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Connected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B1CA7-C891-457E-9B63-037DA1F7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67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Live navigation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B476B-CD27-4946-BCD1-A1EC149F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3812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7652F-200A-4A60-930D-A87F1E49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196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Crowd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B58B8-4BB1-4995-AEE5-C71933F7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67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Context-aware filtering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BC511-27AD-4541-9FDF-DD927667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    Source: local design screenshots in /designs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0fcb12f214b0e"/>
          <a:stretch xmlns:a="http://schemas.openxmlformats.org/drawingml/2006/main"/>
        </p:blipFill>
        <p:spPr>
          <a:xfrm xmlns:a="http://schemas.openxmlformats.org/drawingml/2006/main">
            <a:off x="1230687" y="2209800"/>
            <a:ext cx="1139077" cy="2476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9e97269d2453a"/>
          <a:stretch xmlns:a="http://schemas.openxmlformats.org/drawingml/2006/main"/>
        </p:blipFill>
        <p:spPr>
          <a:xfrm xmlns:a="http://schemas.openxmlformats.org/drawingml/2006/main">
            <a:off x="6793287" y="2209800"/>
            <a:ext cx="1139077" cy="24765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43e0f10414d41"/>
          <a:stretch xmlns:a="http://schemas.openxmlformats.org/drawingml/2006/main"/>
        </p:blipFill>
        <p:spPr>
          <a:xfrm xmlns:a="http://schemas.openxmlformats.org/drawingml/2006/main">
            <a:off x="4011987" y="2209800"/>
            <a:ext cx="1139077" cy="24765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66092c0004f8a"/>
          <a:stretch xmlns:a="http://schemas.openxmlformats.org/drawingml/2006/main"/>
        </p:blipFill>
        <p:spPr>
          <a:xfrm xmlns:a="http://schemas.openxmlformats.org/drawingml/2006/main">
            <a:off x="9574587" y="2209800"/>
            <a:ext cx="1139077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8193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AF160E-EF71-4284-B95B-B9E7186F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CABB138-1E94-4868-9C17-E3474BFA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1CD326D-B0D3-41EB-803F-AEB3B735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03957-C04D-4431-9C39-6C37C66C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905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The code is modular enough to swap simulation for real hardware.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9750D-DF08-44D8-812E-2E2EE8C3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3243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B2631-8954-4F1B-AD4B-D4F0D092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Frontend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98714-7808-4365-8F0F-761D8315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Connect button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CB74F-B59A-416D-8A47-0024331C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BA6C6-BEE5-41ED-A9E1-1F140DB8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Crowd mode gesture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5E51A-8788-4A75-8C00-9870245C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57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20AB6-6010-4442-8BDB-97C7C3F4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Voice guidance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C63A1-2B45-4B2A-8F2F-A2858920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D1349-4265-4182-B993-B9958046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Battery and status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FD204-9072-415C-8AF1-A00517DE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D7532-A3A1-411F-8173-6D66DCF1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14550"/>
            <a:ext cx="43243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2E886-8653-48DD-B6F4-DC22EFC7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622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Backend logic engine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8B6DB-D16C-4E7D-BEE2-4742D35C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14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Sensor simulator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FC4EB4-1DF9-47E3-B81A-4142E865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0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2B167F-FCF3-43A6-B23A-892A7CE1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71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Navigation rules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009267-5DA3-43E0-ADDF-B4614985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57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0D9A6D-254E-4AAD-85C2-09C39195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29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Haptic controller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597647-14BD-464A-9C7E-3DDD4C9F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B9B945-1BFD-40F3-889E-074D9A1C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86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Watchdog and battery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4CC722-4342-461E-B94B-B5C1FCA6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99C7A9-638B-4807-8178-E715684A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71825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25B28C-88FB-4899-BF9D-0328E415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4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CEFCD1-99EE-4DA2-9D5F-84B2287C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48150"/>
            <a:ext cx="-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388CB0-966A-443D-A505-C66CF2E2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2005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55C262-735D-4E04-A802-E8D77389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765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ACC15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ACC15"/>
                </a:solidFill>
                <a:latin typeface="Aptos Mono"/>
                <a:ea typeface="Aptos Mono"/>
                <a:cs typeface="Aptos Mono"/>
              </a:rPr>
              <a:t>callbacks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ED0C9D-BE4F-4147-9226-654F9F2D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38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C55E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2C55E"/>
                </a:solidFill>
                <a:latin typeface="Aptos Mono"/>
                <a:ea typeface="Aptos Mono"/>
                <a:cs typeface="Aptos Mono"/>
              </a:rPr>
              <a:t>status + sensor updates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542608-3D15-465A-992E-F131CD1B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    Source: SafeStep public API plus frontend callback integration</a:t>
            </a:r>
          </a:p>
        </p:txBody>
      </p:sp>
    </p:spTree>
    <p:extLst>
      <p:ext uri="{BB962C8B-B14F-4D97-AF65-F5344CB8AC3E}">
        <p14:creationId xmlns:p14="http://schemas.microsoft.com/office/powerpoint/2010/main" val="20205550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36B343-5081-4ABB-A5D4-74361513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354603D-332A-48F1-A64C-24D11C8F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FE131EA-E5D0-477D-91BE-E2E97F7D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444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F4444"/>
                </a:solidFill>
                <a:latin typeface="Aptos Mono"/>
                <a:ea typeface="Aptos Mono"/>
                <a:cs typeface="Aptos Mono"/>
              </a:rPr>
              <a:t>SAFETY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197BA-4F05-4D6A-9DB4-E40CAB09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The prototype now handles demo failures before they become confusing.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66F2E-F521-4651-92E6-43C36863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9276E-B6A1-4F10-B137-74353DB6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Control in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0E1EC-3F47-4CA5-AD96-AAE56606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812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Why it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1908E-ECE9-4F29-B54A-C7816752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134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8B9AB-5E05-4CB8-8474-FE801826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Bad sensor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62E3A-C31A-4099-95D9-12D29A7D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86000"/>
            <a:ext cx="3667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Reject negative, NaN, or unknown direction values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E7632-2F08-4B37-B743-6B3EBCC6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Prevents misleading guidance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BE893-FFD7-43E3-B571-BDE971EE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10134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B970F-3B19-4783-8DD9-ABCD29E0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Lost heartbeat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AFD41-B088-4882-8DB9-12D21650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86100"/>
            <a:ext cx="3667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5s watchdog fires emergency pattern once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7BA18-0512-4CBC-8BE7-5A697C65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861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Makes disconnects obvious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F2C61-17D0-48A9-8C14-A29C59CB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10134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397E0-B602-4308-BD59-6C5AA759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Repeated connects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1B839-7E4F-4F9E-B909-A9E70286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86200"/>
            <a:ext cx="3667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Connection session cancels stale timeouts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39D58-438E-40DC-9F90-3ED63233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862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Avoids ghost connected states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82646-0EEF-44B5-960D-D669FD7A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10134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B9931-FD02-4376-AF86-2D725D88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Battery edge 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815DB4-935A-4887-BB26-0AB5DB79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86300"/>
            <a:ext cx="3667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Clamp battery percent to 0-100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BB33F8-9EEF-40E8-82B6-35063C73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863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Keeps UI and alerts stable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F26996-A258-4D5E-8162-F11D2441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    Source: validation, watchdog, and connection cleanup changes in backend.ts</a:t>
            </a:r>
          </a:p>
        </p:txBody>
      </p:sp>
    </p:spTree>
    <p:extLst>
      <p:ext uri="{BB962C8B-B14F-4D97-AF65-F5344CB8AC3E}">
        <p14:creationId xmlns:p14="http://schemas.microsoft.com/office/powerpoint/2010/main" val="14260040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180758-4C47-4EF7-97FF-81F01E19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F0F902D-17E4-4723-8F28-6E941D47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7E827B7-9BAB-42BD-B01A-94ABE65E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C55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2C55E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653DE-88EC-4F1B-B5DD-D21A3A68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The next milestone is validating the interaction, not overbuilding the hardware.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EDF1D-ACB4-4553-855C-9C695AA6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7241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BE759-1B7A-4605-99BF-D62FC248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C55E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22C55E"/>
                </a:solidFill>
                <a:latin typeface="Aptos Mono"/>
                <a:ea typeface="Aptos Mono"/>
                <a:cs typeface="Aptos Mono"/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D0D8E-8DF7-4F2A-B830-C5788469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Low-fidelity prototype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9C34E-E2AF-49C1-8C9D-95D1E31E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Simulated sensor, haptics, voice, crowd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420C8-3A47-45B8-994E-5FB82AAF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86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C607E-506D-4D98-BEF3-27544E9C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4385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AAA4A-E5BB-4A33-A25E-92809174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09850"/>
            <a:ext cx="27241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515B8-C71B-4DE4-8696-E49021BB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ACC15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ACC15"/>
                </a:solidFill>
                <a:latin typeface="Aptos Mono"/>
                <a:ea typeface="Aptos Mono"/>
                <a:cs typeface="Aptos Mono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54484-5B6F-4A11-A97E-21BBF1FA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004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Human-in-the-loop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D30F2-DE80-4E0B-BEA8-285B8379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481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Walkthrough tasks, vibration recognition, failure recovery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A566A-A24D-41D6-A675-5AE8CC53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2839E-86DD-4131-8674-56390D39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4385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1108E-7A13-4D36-8F1D-67398B2B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09850"/>
            <a:ext cx="27241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DD99C-BA5F-4D51-97EC-D2CDE2CC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57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Pilot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85B5E-FC81-424E-80A3-6155F401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004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Hardware bridge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CB3FC-E7AC-45E3-BD78-FBF0B995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481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Bluetooth band, calibrated sensor, field safety protocol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E16A59-812A-4F3A-8A1E-61812A73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    Roadmap based on current code maturity and prototype boundaries</a:t>
            </a:r>
          </a:p>
        </p:txBody>
      </p:sp>
    </p:spTree>
    <p:extLst>
      <p:ext uri="{BB962C8B-B14F-4D97-AF65-F5344CB8AC3E}">
        <p14:creationId xmlns:p14="http://schemas.microsoft.com/office/powerpoint/2010/main" val="9150574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183B1E-0FF7-4B04-A867-F0B5F5D1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2F141F8-A7E8-446A-90DE-C264F355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28E8FA6-CC63-499B-98F8-72E81828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ACC15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ACC15"/>
                </a:solidFill>
                <a:latin typeface="Aptos Mono"/>
                <a:ea typeface="Aptos Mono"/>
                <a:cs typeface="Aptos Mono"/>
              </a:rPr>
              <a:t>THE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63EEC-58FF-4C29-91A2-71941C65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381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Pitch Safe Step as a focused accessibility interaction, ready for testing.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6092C-5AF8-4B48-9A12-E54EC935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590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BE4E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BE4EF"/>
                </a:solidFill>
                <a:latin typeface="Aptos"/>
                <a:ea typeface="Aptos"/>
                <a:cs typeface="Aptos"/>
              </a:rPr>
              <a:t>The concept is not trying to replace a mobility aid. It is testing whether timely multimodal feedback can improve confidence during obstacle navigation.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3112C-51BB-4E59-BA09-CF824EB3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38350"/>
            <a:ext cx="37147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3C0A1-4344-4C45-B41F-A9C1241C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Why it is credible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22974-2C73-4AAB-9F92-91EB1801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19966-358A-42C2-A65F-0070EA03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Live prototype states already exist.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55FF7-374D-4166-A7B1-B22820FB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95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1689F-5E39-4B8F-BB3A-61060455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004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Code separates UI from navigation logic.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9429A-8F13-40B3-9896-F3D1EF75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24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14E86-2C44-4780-B6EF-6965296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291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Failure states are visible and recoverable.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9639A5-30B6-4459-B271-0DC62E6D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557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rPr>
              <a:t>Next action: run a short user test focused on cue recognition, timing, and trust.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3F5A7-9C77-444E-9286-CA052586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    Safe Step prototype | local code and design assets</a:t>
            </a:r>
          </a:p>
        </p:txBody>
      </p:sp>
    </p:spTree>
    <p:extLst>
      <p:ext uri="{BB962C8B-B14F-4D97-AF65-F5344CB8AC3E}">
        <p14:creationId xmlns:p14="http://schemas.microsoft.com/office/powerpoint/2010/main" val="774441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2026-05-31T13:32:56.1150000Z</dcterms:created>
  <dcterms:modified xsi:type="dcterms:W3CDTF">2026-05-31T13:32:56.1150000Z</dcterms:modified>
</coreProperties>
</file>